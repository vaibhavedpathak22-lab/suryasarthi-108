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☀️ SURYASARTHI 108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t>Smart Daily Surya Namaskara App, Gita Shloka Engine &amp; 9:16 HD Reel Generator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Comprehensive Presentation of Product Architecture, Core Functions &amp; Mobile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🧘 Audio-Guided Workout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108 Round Target with Pace &amp; Grace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D366"/>
                </a:solidFill>
              </a:defRPr>
            </a:pPr>
            <a:r>
              <a:t>📜 Gita Shloka Engine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Sanskrit Shlokas &amp; Voice Audio Pre-Workout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🎬 9:16 HD Reel Generator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Auto-Video Creation for WhatsApp &amp; Socials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OVERVIEW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🎯 Product Mission &amp; Value Delivered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Holistic Daily Fitness: Guides users step-by-step to complete 108 Surya Namaskaras.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Spiritual Integration: Opens every workout with authentic Bhagavad Gita Shlokas &amp; spoken meaning.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Social Engagement Engine: Renders 15-second 9:16 HD Reels (Scene 1: Gita, Scene 2: Stats Grid) for WhatsApp Status &amp; Instagram.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Zero-Latency PWA: Functions 100% offline via Service Worker caching with zero network dependency.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Comprehensive Wellness: Includes Classical 8-Phase Pranayama, Ayurvedic Diet &amp; Protein Trackers.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📱 Core PWA &amp; Offline Engine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Built with HTML5, Vanilla CSS3 &amp; JS. Service Worker (sw.js v71) cache-busting ensures instant offline 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D366"/>
                </a:solidFill>
              </a:defRPr>
            </a:pPr>
            <a:r>
              <a:t>🔊 Speech Synthesis &amp; Audio Engine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Native SpeechSynthesis API for Hindi &amp; English voice counting, Sanskrit mantra audio &amp; gesture unlock.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🎬 HTML5 Canvas Video Generator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Renders 450 frames @ 30 FPS 9:16 HD Video via MediaRecorder API &amp; Canvas toBlob/DataURL fallbacks.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Bhagavad Gita Shloka Engine &amp; Pre-Workout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76072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050">
                <a:solidFill>
                  <a:srgbClr val="38BDF8"/>
                </a:solidFill>
                <a:latin typeface="Consolas"/>
              </a:defRPr>
            </a:pPr>
            <a:r>
              <a:t>// app.js — Bhagavad Gita Shloka Engine</a:t>
            </a:r>
            <a:br/>
            <a:r>
              <a:t>function getDailyGitaQuote() {</a:t>
            </a:r>
            <a:br/>
            <a:r>
              <a:t>  const dKey = todayKey();</a:t>
            </a:r>
            <a:br/>
            <a:r>
              <a:t>  return BHAGAVAD_GITA_SHLOKAS[dayIndex % total];</a:t>
            </a:r>
            <a:br/>
            <a:r>
              <a:t>}</a:t>
            </a:r>
            <a:br/>
            <a:br/>
            <a:r>
              <a:t>function speakShlokaOutLoud() {</a:t>
            </a:r>
            <a:br/>
            <a:r>
              <a:t>  speechSynthesis.resume(); // Unlock gesture</a:t>
            </a:r>
            <a:br/>
            <a:r>
              <a:t>  const u = new SpeechSynthesisUtterance(quote.shloka);</a:t>
            </a:r>
            <a:br/>
            <a:r>
              <a:t>  u.lang = 'hi-IN'; u.rate = 0.92;</a:t>
            </a:r>
            <a:br/>
            <a:r>
              <a:t>  qSpeak(u);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Pre-Workout Ritual: Automatically presents today's Sanskrit Shloka and Hindi/English meaning before session starts.</a:t>
            </a:r>
            <a:br/>
            <a:r>
              <a:t>• Gesture Speech Unlock: Uses speechSynthesis.resume() to guarantee instant voice audio without browser autoplay blocks.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937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7215632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2760"/>
            <a:ext cx="4663440" cy="2655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Audio-Guided Workout &amp; Real-Time Solar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76072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050">
                <a:solidFill>
                  <a:srgbClr val="38BDF8"/>
                </a:solidFill>
                <a:latin typeface="Consolas"/>
              </a:defRPr>
            </a:pPr>
            <a:r>
              <a:t>// app.js — Real-Time Workout Pace &amp; Pose Advance</a:t>
            </a:r>
            <a:br/>
            <a:r>
              <a:t>function advanceStep() {</a:t>
            </a:r>
            <a:br/>
            <a:r>
              <a:t>  sess.currentPose++;</a:t>
            </a:r>
            <a:br/>
            <a:r>
              <a:t>  if (sess.currentPose &gt; 12) {</a:t>
            </a:r>
            <a:br/>
            <a:r>
              <a:t>    sess.currentPose = 1;</a:t>
            </a:r>
            <a:br/>
            <a:r>
              <a:t>    sess.completedSets++;</a:t>
            </a:r>
            <a:br/>
            <a:r>
              <a:t>    speakMantra(`Set ${sess.completedSets} Complete!`);</a:t>
            </a:r>
            <a:br/>
            <a:r>
              <a:t>  }</a:t>
            </a:r>
            <a:br/>
            <a:r>
              <a:t>  render(); // Updates Solar Ring &amp; Stats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Solar Ring Dashboard: Displays real-time round progress, current posture name, and voice counting.</a:t>
            </a:r>
            <a:br/>
            <a:r>
              <a:t>• Configurable Pace &amp; Grace: Users set pose duration (2s–30s) &amp; grace timing.</a:t>
            </a:r>
            <a:br/>
            <a:r>
              <a:t>• Automatic Rest Breaks: Guided 30-second rest intervals every 12 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937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72108289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3195"/>
            <a:ext cx="4663440" cy="4034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9:16 HD Reel Video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76072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050">
                <a:solidFill>
                  <a:srgbClr val="F59E0B"/>
                </a:solidFill>
                <a:latin typeface="Consolas"/>
              </a:defRPr>
            </a:pPr>
            <a:r>
              <a:t>// app.js — 2-Scene 9:16 Canvas Reel Engine</a:t>
            </a:r>
            <a:br/>
            <a:r>
              <a:t>async function autoGenerateWorkoutReel(info) {</a:t>
            </a:r>
            <a:br/>
            <a:r>
              <a:t>  const canvas = document.createElement('canvas');</a:t>
            </a:r>
            <a:br/>
            <a:r>
              <a:t>  canvas.width = 720; canvas.height = 1280; // 9:16 HD</a:t>
            </a:r>
            <a:br/>
            <a:r>
              <a:t>  // Scene 1 (0s-5s): Gita Shloka + Solar Aura</a:t>
            </a:r>
            <a:br/>
            <a:r>
              <a:t>  // Scene 2 (5s-15s): Workout Grid, Streak &amp; Lifetime Sets</a:t>
            </a:r>
            <a:br/>
            <a:r>
              <a:t>  recorder.stop();</a:t>
            </a:r>
            <a:br/>
            <a:r>
              <a:t>  showReelSocialModal(info);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15-Second Vertical 9:16 HD Format: Designed specifically for WhatsApp Status and Instagram Reels.</a:t>
            </a:r>
            <a:br/>
            <a:r>
              <a:t>• Dual Scene Animation: Scene 1 highlights Bhagavad Gita wisdom; Scene 2 renders personal workout stats grid &amp; solar badge.</a:t>
            </a:r>
            <a:br/>
            <a:r>
              <a:t>• Multi-Format Engine: Exports .webm / .mp4 video with automatic PNG image card fallback for older mobile WebViews.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937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72255406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219082"/>
            <a:ext cx="4663440" cy="12427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Reel Preview Popup, WhatsApp Share &amp; Direct Download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76072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050">
                <a:solidFill>
                  <a:srgbClr val="38BDF8"/>
                </a:solidFill>
                <a:latin typeface="Consolas"/>
              </a:defRPr>
            </a:pPr>
            <a:r>
              <a:t>// app.js — WhatsApp Status Share &amp; Download</a:t>
            </a:r>
            <a:br/>
            <a:r>
              <a:t>async function shareReelToSocialMedia() {</a:t>
            </a:r>
            <a:br/>
            <a:r>
              <a:t>  const file = new File([generatedReelBlob], 'Reel.mp4', { type: generatedReelBlob.type });</a:t>
            </a:r>
            <a:br/>
            <a:r>
              <a:t>  if (navigator.canShare &amp;&amp; navigator.canShare({ files: [file] })) {</a:t>
            </a:r>
            <a:br/>
            <a:r>
              <a:t>    await navigator.share({ files: [file], text: 'Workout Completed! ☀️' });</a:t>
            </a:r>
            <a:br/>
            <a:r>
              <a:t>  } else {</a:t>
            </a:r>
            <a:br/>
            <a:r>
              <a:t>    downloadReelVideo();</a:t>
            </a:r>
            <a:br/>
            <a:r>
              <a:t>  }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Universal Popup Modal: Automatically launches video player upon generation complete with high-priority z-index (999999).</a:t>
            </a:r>
            <a:br/>
            <a:r>
              <a:t>• Live Single Percentage Indicator: Displays real-time creation progress cleanly on action button (0% → 100%).</a:t>
            </a:r>
            <a:br/>
            <a:r>
              <a:t>• Web Share API Integration: Directly opens native WhatsApp Status sharing sheet.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937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7124174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877074"/>
            <a:ext cx="4663440" cy="1926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Classical 8-Phase Pranayama &amp; Ayurvedic Diet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🫁 8-Phase Classical Pranayama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Includes Dirgha, Kapalabhati, Bhastrika, Anulom Vilom, Nadi Shodhana, Ujjayi, Bhramari &amp; Dhyana with step-by-step ratios &amp; audio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🥗 Ayurvedic Diet Recommendations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Calculates customized protein &amp; meal requirements based on user body weight &amp; total completed 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💧 Personal Hydration Target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Computes daily water target (e.g. 2.8L / 11 Glasses) with quick-logging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PERFORMANCE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PWA Architecture, Offline Caching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📱 Progressive Web App (PWA)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Installable on Android, iOS, Windows &amp; Mac. Service Worker (sw.js v71) caches assets locally for 100% offline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🔒 100% Local Data Privacy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All workout history, streak logs &amp; user preferences are stored securely in local browser storage without third-party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💡 Screen Wake Lock API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Utilizes navigator.wakeLock to keep screen illuminated during active workout and breathing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🛡️ Scan &amp; Recover Backup Engine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Built-in JSON backup export and deep-scan recovery tool in Settings drawer to protect user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USER INTERFACE &amp;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Mobile UX Optimization &amp; Null-Safe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937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87137657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63013"/>
            <a:ext cx="4114799" cy="7549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0" y="1371600"/>
            <a:ext cx="630936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📱 Defensive Mobile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100% Crash-Proof Settings Drawer: Re-engineered openSettings() and closeSettings() with defensive DOM element helpers (setElVal, getElVal, getElNum) to eliminate null property crashes on mobile WebViews.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Zero-Delay Touch Response: Bound direct onclick='openSettings()' handlers to gear icons to bypass mobile web touch delays.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High-Contrast Dark Theme: Premium dark obsidian aesthetic tailored for OLED mobile displays.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Auto-Cleaning Reel Storage: Built-in cleanupOldWorkoutReels() purges un-shared video blobs older than 2 days to conserve mobile storage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SUMMARY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Suryasarathi 108 — Impact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4572000"/>
          </a:xfrm>
          <a:prstGeom prst="roundRect">
            <a:avLst/>
          </a:prstGeom>
          <a:solidFill>
            <a:srgbClr val="1322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🎉 Ready for User Presentation &amp; Daily Workouts!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Audio-guided 108 Surya Namaskara workout engine with real-time pace controls.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Dynamic Bhagavad Gita Shloka engine with spoken Sanskrit audio.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Automated 15-second 9:16 HD Reel Generator for 1-tap WhatsApp Status sharing.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Classical 8-Phase Pranayama guide, Ayurvedic diet recommendations &amp; hydration tracking.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100% Offline PWA functionality with robust mobile WebView stability.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25D366"/>
                </a:solidFill>
              </a:defRPr>
            </a:pPr>
            <a:r>
              <a:t>☀️ Suryasarathi 108 — Bringing Ancient Wellness to Modern Digital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