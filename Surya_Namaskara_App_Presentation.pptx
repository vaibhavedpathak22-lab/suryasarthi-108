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59E0B"/>
                </a:solidFill>
              </a:defRPr>
            </a:pPr>
            <a:r>
              <a:t>☀️ SURYASARTHI 108</a:t>
            </a:r>
          </a:p>
          <a:p>
            <a:pPr>
              <a:spcBef>
                <a:spcPts val="1400"/>
              </a:spcBef>
              <a:defRPr sz="2200" b="1">
                <a:solidFill>
                  <a:srgbClr val="FFFFFF"/>
                </a:solidFill>
              </a:defRPr>
            </a:pPr>
            <a:r>
              <a:t>Smart Daily Surya Namaskara App, Gita Shloka Engine &amp; 9:16 HD Reel Generator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Comprehensive Presentation of Product Architecture, Core Functions &amp; Mobile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754880"/>
            <a:ext cx="3200400" cy="137160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🧘 Audio-Guided Workout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108 Round Target with Pace &amp; Grace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4754880"/>
            <a:ext cx="3200400" cy="137160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D366"/>
                </a:solidFill>
              </a:defRPr>
            </a:pPr>
            <a:r>
              <a:t>📜 Gita Shloka Engine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Sanskrit Shlokas &amp; Voice Audio Pre-Workout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0" y="4754880"/>
            <a:ext cx="3200400" cy="137160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🎬 9:16 HD Reel Generator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Auto-Video Creation for WhatsApp &amp; Socials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OVERVIEW &amp;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Executive Summary &amp;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1322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🎯 Product Mission &amp; Value Delivered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Holistic Daily Fitness: Guides users step-by-step to complete 108 Surya Namaskaras.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Spiritual Integration: Opens every workout with authentic Bhagavad Gita Shlokas &amp; spoken meaning.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Social Engagement Engine: Renders 15-second 9:16 HD Reels (Scene 1: Gita, Scene 2: Stats Grid) for WhatsApp Status &amp; Instagram.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Zero-Latency PWA: Functions 100% offline via Service Worker caching with zero network dependency.</a:t>
            </a:r>
          </a:p>
          <a:p>
            <a:pPr>
              <a:spcBef>
                <a:spcPts val="1000"/>
              </a:spcBef>
              <a:defRPr sz="1200">
                <a:solidFill>
                  <a:srgbClr val="FFFFFF"/>
                </a:solidFill>
              </a:defRPr>
            </a:pPr>
            <a:r>
              <a:t>• Comprehensive Wellness: Includes Classical 8-Phase Pranayama, Ayurvedic Diet &amp; Protein Trackers.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1508760"/>
          </a:xfrm>
          <a:prstGeom prst="roundRect">
            <a:avLst/>
          </a:prstGeom>
          <a:solidFill>
            <a:srgbClr val="1322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📱 Core PWA &amp; Offline Engine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Built with HTML5, Vanilla CSS3 &amp; JS. Service Worker (sw.js v71) cache-busting ensures instant offline loading.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063240"/>
            <a:ext cx="5212080" cy="1508760"/>
          </a:xfrm>
          <a:prstGeom prst="roundRect">
            <a:avLst/>
          </a:prstGeom>
          <a:solidFill>
            <a:srgbClr val="13222E"/>
          </a:solidFill>
          <a:ln w="1270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25D366"/>
                </a:solidFill>
              </a:defRPr>
            </a:pPr>
            <a:r>
              <a:t>🔊 Speech Synthesis &amp; Audio Engine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Native SpeechSynthesis API for Hindi &amp; English voice counting, Sanskrit mantra audio &amp; gesture unlock.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754880"/>
            <a:ext cx="5212080" cy="1508760"/>
          </a:xfrm>
          <a:prstGeom prst="roundRect">
            <a:avLst/>
          </a:prstGeom>
          <a:solidFill>
            <a:srgbClr val="1322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🎬 HTML5 Canvas Video Generator</a:t>
            </a:r>
          </a:p>
          <a:p>
            <a:pPr>
              <a:spcBef>
                <a:spcPts val="400"/>
              </a:spcBef>
              <a:defRPr sz="1150">
                <a:solidFill>
                  <a:srgbClr val="FFFFFF"/>
                </a:solidFill>
              </a:defRPr>
            </a:pPr>
            <a:r>
              <a:t>Renders 450 frames @ 30 FPS 9:16 HD Video via MediaRecorder API &amp; Canvas toBlob/DataURL fallbacks.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FEATURE MODULE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Bhagavad Gita Shloka Engine &amp; Pre-Workout Alignment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4937760"/>
          </a:xfrm>
          <a:prstGeom prst="roundRect">
            <a:avLst/>
          </a:prstGeom>
          <a:solidFill>
            <a:srgbClr val="1322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⚡ Key Implementation Function</a:t>
            </a:r>
          </a:p>
          <a:p>
            <a:pPr>
              <a:spcBef>
                <a:spcPts val="800"/>
              </a:spcBef>
              <a:defRPr sz="1100">
                <a:solidFill>
                  <a:srgbClr val="38BDF8"/>
                </a:solidFill>
                <a:latin typeface="Consolas"/>
              </a:defRPr>
            </a:pPr>
            <a:r>
              <a:t>// app.js — Bhagavad Gita Shloka Engine</a:t>
            </a:r>
            <a:br/>
            <a:r>
              <a:t>function getDailyGitaQuote() {</a:t>
            </a:r>
            <a:br/>
            <a:r>
              <a:t>  const dKey = todayKey();</a:t>
            </a:r>
            <a:br/>
            <a:r>
              <a:t>  return BHAGAVAD_GITA_SHLOKAS[dayIndex % total];</a:t>
            </a:r>
            <a:br/>
            <a:r>
              <a:t>}</a:t>
            </a:r>
            <a:br/>
            <a:br/>
            <a:r>
              <a:t>function speakShlokaOutLoud() {</a:t>
            </a:r>
            <a:br/>
            <a:r>
              <a:t>  speechSynthesis.resume(); // Unlock gesture</a:t>
            </a:r>
            <a:br/>
            <a:r>
              <a:t>  const u = new SpeechSynthesisUtterance(quote.shloka);</a:t>
            </a:r>
            <a:br/>
            <a:r>
              <a:t>  u.lang = 'hi-IN'; u.rate = 0.92;</a:t>
            </a:r>
            <a:br/>
            <a:r>
              <a:t>  qSpeak(u);</a:t>
            </a:r>
            <a:br/>
            <a:r>
              <a:t>}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Pre-Workout Ritual: Automatically presents today's Sanskrit Shloka and Hindi/English meaning before session starts.</a:t>
            </a:r>
            <a:br/>
            <a:r>
              <a:t>• Gesture Speech Unlock: Uses speechSynthesis.resume() to guarantee instant voice audio without browser autoplay blocks.</a:t>
            </a:r>
          </a:p>
        </p:txBody>
      </p:sp>
      <p:pic>
        <p:nvPicPr>
          <p:cNvPr id="5" name="Picture 4" descr="media_17872251551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24040407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FEATURE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Audio-Guided Workout &amp; Real-Time Solar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4937760"/>
          </a:xfrm>
          <a:prstGeom prst="roundRect">
            <a:avLst/>
          </a:prstGeom>
          <a:solidFill>
            <a:srgbClr val="13222E"/>
          </a:solidFill>
          <a:ln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D366"/>
                </a:solidFill>
              </a:defRPr>
            </a:pPr>
            <a:r>
              <a:t>⚡ Key Implementation Function</a:t>
            </a:r>
          </a:p>
          <a:p>
            <a:pPr>
              <a:spcBef>
                <a:spcPts val="800"/>
              </a:spcBef>
              <a:defRPr sz="1100">
                <a:solidFill>
                  <a:srgbClr val="38BDF8"/>
                </a:solidFill>
                <a:latin typeface="Consolas"/>
              </a:defRPr>
            </a:pPr>
            <a:r>
              <a:t>// app.js — Real-Time Workout Pace &amp; Pose Advance</a:t>
            </a:r>
            <a:br/>
            <a:r>
              <a:t>function advanceStep() {</a:t>
            </a:r>
            <a:br/>
            <a:r>
              <a:t>  sess.currentPose++;</a:t>
            </a:r>
            <a:br/>
            <a:r>
              <a:t>  if (sess.currentPose &gt; 12) {</a:t>
            </a:r>
            <a:br/>
            <a:r>
              <a:t>    sess.currentPose = 1;</a:t>
            </a:r>
            <a:br/>
            <a:r>
              <a:t>    sess.completedSets++;</a:t>
            </a:r>
            <a:br/>
            <a:r>
              <a:t>    speakMantra(`Set ${sess.completedSets} Complete!`);</a:t>
            </a:r>
            <a:br/>
            <a:r>
              <a:t>  }</a:t>
            </a:r>
            <a:br/>
            <a:r>
              <a:t>  render(); // Updates Solar Ring &amp; Stats</a:t>
            </a:r>
            <a:br/>
            <a:r>
              <a:t>}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Solar Ring Dashboard: Displays real-time round progress, current posture name, and voice counting.</a:t>
            </a:r>
            <a:br/>
            <a:r>
              <a:t>• Configurable Pace &amp; Grace: Users set pose duration (2s–30s) &amp; grace timing.</a:t>
            </a:r>
            <a:br/>
            <a:r>
              <a:t>• Automatic Rest Breaks: Guided 30-second rest intervals every 12 sets.</a:t>
            </a:r>
          </a:p>
        </p:txBody>
      </p:sp>
      <p:pic>
        <p:nvPicPr>
          <p:cNvPr id="5" name="Picture 4" descr="media_17872108289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5707411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FEATURE MODULE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Automated 9:16 HD Reel Video Generator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4937760"/>
          </a:xfrm>
          <a:prstGeom prst="roundRect">
            <a:avLst/>
          </a:prstGeom>
          <a:solidFill>
            <a:srgbClr val="1322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⚡ Key Implementation Function</a:t>
            </a:r>
          </a:p>
          <a:p>
            <a:pPr>
              <a:spcBef>
                <a:spcPts val="800"/>
              </a:spcBef>
              <a:defRPr sz="1100">
                <a:solidFill>
                  <a:srgbClr val="F59E0B"/>
                </a:solidFill>
                <a:latin typeface="Consolas"/>
              </a:defRPr>
            </a:pPr>
            <a:r>
              <a:t>// app.js — 2-Scene 9:16 Canvas Reel Engine</a:t>
            </a:r>
            <a:br/>
            <a:r>
              <a:t>async function autoGenerateWorkoutReel(info) {</a:t>
            </a:r>
            <a:br/>
            <a:r>
              <a:t>  const canvas = document.createElement('canvas');</a:t>
            </a:r>
            <a:br/>
            <a:r>
              <a:t>  canvas.width = 720; canvas.height = 1280; // 9:16 HD</a:t>
            </a:r>
            <a:br/>
            <a:r>
              <a:t>  // Scene 1 (0s-5s): Gita Shloka + Solar Aura</a:t>
            </a:r>
            <a:br/>
            <a:r>
              <a:t>  // Scene 2 (5s-15s): Workout Grid, Streak &amp; Lifetime Sets</a:t>
            </a:r>
            <a:br/>
            <a:r>
              <a:t>  recorder.stop();</a:t>
            </a:r>
            <a:br/>
            <a:r>
              <a:t>  showReelSocialModal(info);</a:t>
            </a:r>
            <a:br/>
            <a:r>
              <a:t>}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15-Second Vertical 9:16 HD Format: Designed specifically for WhatsApp Status and Instagram Reels.</a:t>
            </a:r>
            <a:br/>
            <a:r>
              <a:t>• Dual Scene Animation: Scene 1 highlights Bhagavad Gita wisdom; Scene 2 renders personal workout stats grid &amp; solar badge.</a:t>
            </a:r>
            <a:br/>
            <a:r>
              <a:t>• Multi-Format Engine: Exports .webm / .mp4 video with automatic PNG image card fallback for older mobile WebViews.</a:t>
            </a:r>
          </a:p>
        </p:txBody>
      </p:sp>
      <p:pic>
        <p:nvPicPr>
          <p:cNvPr id="5" name="Picture 4" descr="media_17872255406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18528357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FEATURE MODULE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Reel Preview Popup, WhatsApp Share &amp; Direct Download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943600" cy="4937760"/>
          </a:xfrm>
          <a:prstGeom prst="roundRect">
            <a:avLst/>
          </a:prstGeom>
          <a:solidFill>
            <a:srgbClr val="13222E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⚡ Key Implementation Function</a:t>
            </a:r>
          </a:p>
          <a:p>
            <a:pPr>
              <a:spcBef>
                <a:spcPts val="800"/>
              </a:spcBef>
              <a:defRPr sz="1100">
                <a:solidFill>
                  <a:srgbClr val="38BDF8"/>
                </a:solidFill>
                <a:latin typeface="Consolas"/>
              </a:defRPr>
            </a:pPr>
            <a:r>
              <a:t>// app.js — WhatsApp Status Share &amp; Download</a:t>
            </a:r>
            <a:br/>
            <a:r>
              <a:t>async function shareReelToSocialMedia() {</a:t>
            </a:r>
            <a:br/>
            <a:r>
              <a:t>  const file = new File([generatedReelBlob], 'Reel.mp4', { type: generatedReelBlob.type });</a:t>
            </a:r>
            <a:br/>
            <a:r>
              <a:t>  if (navigator.canShare &amp;&amp; navigator.canShare({ files: [file] })) {</a:t>
            </a:r>
            <a:br/>
            <a:r>
              <a:t>    await navigator.share({ files: [file], text: 'Workout Completed! ☀️' });</a:t>
            </a:r>
            <a:br/>
            <a:r>
              <a:t>  } else {</a:t>
            </a:r>
            <a:br/>
            <a:r>
              <a:t>    downloadReelVideo();</a:t>
            </a:r>
            <a:br/>
            <a:r>
              <a:t>  }</a:t>
            </a:r>
            <a:br/>
            <a:r>
              <a:t>}</a:t>
            </a:r>
          </a:p>
          <a:p>
            <a:pPr>
              <a:spcBef>
                <a:spcPts val="1200"/>
              </a:spcBef>
              <a:defRPr sz="1200">
                <a:solidFill>
                  <a:srgbClr val="FFFFFF"/>
                </a:solidFill>
              </a:defRPr>
            </a:pPr>
            <a:r>
              <a:t>• Universal Popup Modal: Automatically launches video player upon generation complete with high-priority z-index (999999).</a:t>
            </a:r>
            <a:br/>
            <a:r>
              <a:t>• Live Single Percentage Indicator: Displays real-time creation progress cleanly on action button (0% → 100%).</a:t>
            </a:r>
            <a:br/>
            <a:r>
              <a:t>• Web Share API Integration: Directly opens native WhatsApp Status sharing sheet.</a:t>
            </a:r>
          </a:p>
        </p:txBody>
      </p:sp>
      <p:pic>
        <p:nvPicPr>
          <p:cNvPr id="5" name="Picture 4" descr="media_17871240305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371600"/>
            <a:ext cx="31451384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FEATURE MODULE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Classical 8-Phase Pranayama &amp; Ayurvedic Diet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50876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D366"/>
                </a:solidFill>
              </a:defRPr>
            </a:pPr>
            <a:r>
              <a:t>🫁 8-Phase Classical Pranayama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Includes Dirgha, Kapalabhati, Bhastrika, Anulom Vilom, Nadi Shodhana, Ujjayi, Bhramari &amp; Dhyana with step-by-step ratios &amp; audio guidance.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10698480" cy="150876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🥗 Ayurvedic Diet Recommendations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Calculates customized protein &amp; meal requirements based on user body weight &amp; total completed rounds.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698480" cy="150876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💧 Personal Hydration Target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Computes daily water target (e.g. 2.8L / 11 Glasses) with quick-logging controls.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PERFORMANCE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PWA Architecture, Offline Caching &amp; Privacy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57800" cy="224028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📱 Progressive Web App (PWA)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Installable on Android, iOS, Windows &amp; Mac. Service Worker (sw.js v71) caches assets locally for 100% offline access.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371600"/>
            <a:ext cx="5257800" cy="224028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25D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25D366"/>
                </a:solidFill>
              </a:defRPr>
            </a:pPr>
            <a:r>
              <a:t>🔒 100% Local Data Privacy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All workout history, streak logs &amp; user preferences are stored securely in local browser storage without third-party 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257800" cy="224028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💡 Screen Wake Lock API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Utilizes navigator.wakeLock to keep screen illuminated during active workout and breathing sessions.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840480"/>
            <a:ext cx="5257800" cy="2240280"/>
          </a:xfrm>
          <a:prstGeom prst="roundRect">
            <a:avLst/>
          </a:prstGeom>
          <a:solidFill>
            <a:srgbClr val="1322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🛡️ Scan &amp; Recover Backup Engine</a:t>
            </a:r>
          </a:p>
          <a:p>
            <a:pPr>
              <a:spcBef>
                <a:spcPts val="800"/>
              </a:spcBef>
              <a:defRPr sz="1200">
                <a:solidFill>
                  <a:srgbClr val="FFFFFF"/>
                </a:solidFill>
              </a:defRPr>
            </a:pPr>
            <a:r>
              <a:t>Built-in JSON backup export and deep-scan recovery tool in Settings drawer to protect user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USER INTERFACE &amp;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Mobile UX Optimization &amp; Null-Safe Stability</a:t>
            </a:r>
          </a:p>
        </p:txBody>
      </p:sp>
      <p:pic>
        <p:nvPicPr>
          <p:cNvPr id="4" name="Picture 3" descr="media_1787137657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26913505" cy="4937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114800" y="1371600"/>
            <a:ext cx="7315200" cy="4937760"/>
          </a:xfrm>
          <a:prstGeom prst="roundRect">
            <a:avLst/>
          </a:prstGeom>
          <a:solidFill>
            <a:srgbClr val="1322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📱 Defensive Mobile Engineering</a:t>
            </a:r>
          </a:p>
          <a:p>
            <a:pPr>
              <a:spcBef>
                <a:spcPts val="1200"/>
              </a:spcBef>
              <a:defRPr sz="1250">
                <a:solidFill>
                  <a:srgbClr val="FFFFFF"/>
                </a:solidFill>
              </a:defRPr>
            </a:pPr>
            <a:r>
              <a:t>• 100% Crash-Proof Settings Drawer: Re-engineered openSettings() and closeSettings() with defensive DOM element helpers (setElVal, getElVal, getElNum) to eliminate null property crashes on mobile WebViews.</a:t>
            </a:r>
          </a:p>
          <a:p>
            <a:pPr>
              <a:spcBef>
                <a:spcPts val="1200"/>
              </a:spcBef>
              <a:defRPr sz="1250">
                <a:solidFill>
                  <a:srgbClr val="FFFFFF"/>
                </a:solidFill>
              </a:defRPr>
            </a:pPr>
            <a:r>
              <a:t>• Zero-Delay Touch Response: Bound direct onclick='openSettings()' handlers to gear icons to bypass mobile web touch delays.</a:t>
            </a:r>
          </a:p>
          <a:p>
            <a:pPr>
              <a:spcBef>
                <a:spcPts val="1200"/>
              </a:spcBef>
              <a:defRPr sz="1250">
                <a:solidFill>
                  <a:srgbClr val="FFFFFF"/>
                </a:solidFill>
              </a:defRPr>
            </a:pPr>
            <a:r>
              <a:t>• High-Contrast Dark Theme: Premium dark obsidian aesthetic tailored for OLED mobile displays.</a:t>
            </a:r>
          </a:p>
          <a:p>
            <a:pPr>
              <a:spcBef>
                <a:spcPts val="1200"/>
              </a:spcBef>
              <a:defRPr sz="1250">
                <a:solidFill>
                  <a:srgbClr val="FFFFFF"/>
                </a:solidFill>
              </a:defRPr>
            </a:pPr>
            <a:r>
              <a:t>• Auto-Cleaning Reel Storage: Built-in cleanupOldWorkoutReels() purges un-shared video blobs older than 2 days to conserve mobile storage space.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SUMMARY &amp;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Suryasarathi 108 — Impact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463040"/>
            <a:ext cx="9448495" cy="4572000"/>
          </a:xfrm>
          <a:prstGeom prst="roundRect">
            <a:avLst/>
          </a:prstGeom>
          <a:solidFill>
            <a:srgbClr val="13222E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59E0B"/>
                </a:solidFill>
              </a:defRPr>
            </a:pPr>
            <a:r>
              <a:t>🎉 Ready for User Presentation &amp; Daily Workouts!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✅ Audio-guided 108 Surya Namaskara workout engine with real-time pace controls.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✅ Dynamic Bhagavad Gita Shloka engine with spoken Sanskrit audio.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✅ Automated 15-second 9:16 HD Reel Generator for 1-tap WhatsApp Status sharing.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✅ Classical 8-Phase Pranayama guide, Ayurvedic diet recommendations &amp; hydration tracking.</a:t>
            </a:r>
          </a:p>
          <a:p>
            <a:pPr>
              <a:spcBef>
                <a:spcPts val="1400"/>
              </a:spcBef>
              <a:defRPr sz="1400">
                <a:solidFill>
                  <a:srgbClr val="FFFFFF"/>
                </a:solidFill>
              </a:defRPr>
            </a:pPr>
            <a:r>
              <a:t>✅ 100% Offline PWA functionality with robust mobile WebView stability.</a:t>
            </a:r>
          </a:p>
          <a:p>
            <a:pPr algn="ctr">
              <a:spcBef>
                <a:spcPts val="2400"/>
              </a:spcBef>
              <a:defRPr sz="1500" b="1">
                <a:solidFill>
                  <a:srgbClr val="25D366"/>
                </a:solidFill>
              </a:defRPr>
            </a:pPr>
            <a:r>
              <a:t>☀️ Suryasarathi 108 — Bringing Ancient Wellness to Modern Digital Life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